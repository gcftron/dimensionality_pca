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8" autoAdjust="0"/>
    <p:restoredTop sz="94660"/>
  </p:normalViewPr>
  <p:slideViewPr>
    <p:cSldViewPr snapToGrid="0">
      <p:cViewPr>
        <p:scale>
          <a:sx n="92" d="100"/>
          <a:sy n="92" d="100"/>
        </p:scale>
        <p:origin x="1314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6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11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7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34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3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82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8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67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25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43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2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C9B78-E812-4E1F-8D4E-D8910785A6E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85C7B-391E-4675-94C1-D5DE08912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2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76845" y="1787236"/>
            <a:ext cx="43122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</a:t>
            </a:r>
          </a:p>
          <a:p>
            <a:r>
              <a:rPr lang="en-US" dirty="0" smtClean="0"/>
              <a:t>MA 10</a:t>
            </a:r>
          </a:p>
          <a:p>
            <a:r>
              <a:rPr lang="en-US" dirty="0" smtClean="0"/>
              <a:t>Missing PC 6 (not dimension relevant)</a:t>
            </a:r>
          </a:p>
          <a:p>
            <a:r>
              <a:rPr lang="en-US" dirty="0" smtClean="0"/>
              <a:t>See PC 3, 10, 13</a:t>
            </a:r>
          </a:p>
          <a:p>
            <a:r>
              <a:rPr lang="en-US" smtClean="0"/>
              <a:t>Z-scored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908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4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3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84627" cy="683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3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7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06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49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520"/>
            <a:ext cx="11965676" cy="673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9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0979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3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954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7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08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09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08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71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470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53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31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77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14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743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46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768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23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743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01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33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589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86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94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17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</Words>
  <Application>Microsoft Office PowerPoint</Application>
  <PresentationFormat>Widescreen</PresentationFormat>
  <Paragraphs>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Somlab</dc:creator>
  <cp:lastModifiedBy>Somlab</cp:lastModifiedBy>
  <cp:revision>4</cp:revision>
  <dcterms:created xsi:type="dcterms:W3CDTF">2026-04-20T03:09:20Z</dcterms:created>
  <dcterms:modified xsi:type="dcterms:W3CDTF">2026-04-20T03:30:29Z</dcterms:modified>
</cp:coreProperties>
</file>